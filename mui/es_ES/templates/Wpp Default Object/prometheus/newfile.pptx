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宋体</vt:lpstr>
      <vt:lpstr>Wingdings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3</cp:revision>
  <dcterms:created xsi:type="dcterms:W3CDTF">2025-07-23T00:59:00Z</dcterms:created>
  <dcterms:modified xsi:type="dcterms:W3CDTF">2025-07-23T01:00:59Z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AF64A5F611484D71A1208EF394E8C84C_13</vt:lpwstr>
  </property>
</Properties>
</file>
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0B7FF-D76F-4ECF-8C7E-07DA33D50581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66658-103E-4CF2-98BE-1DB54F5889DF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Tema de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 </cp:lastModifiedBy>
  <cp:revision>2</cp:revision>
  <dcterms:created xsi:type="dcterms:W3CDTF">2025-07-23T00:59:00Z</dcterms:created>
  <dcterms:modified xsi:type="dcterms:W3CDTF">2025-07-23T01:00:59Z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3EA4C230D22F4036B2EC09D41B17602C_13</vt:lpwstr>
  </property>
  <property fmtid="{D5CDD505-2E9C-101B-9397-08002B2CF9AE}" pid="3" name="KSOProductBuildVer">
    <vt:lpwstr>2052-12.1.0.21915</vt:lpwstr>
  </property>
</Properties>
</file>